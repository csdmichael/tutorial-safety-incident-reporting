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Requirements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Tutorial Safety Incident Reporting</a:t>
            </a:r>
          </a:p>
          <a:p>
            <a:r>
              <a:t>Agentic SDLC Factory · October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Requirements Proposal — Tutorial Safety Incident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Status: Proposed for review Lifecycle stage: Plan Project: Tutorial Safety Incident Reporting Target environment: Dev Primary source: docs/intake/requirements/tutorial-safety-incident-reporting-requirements.md (“Requi…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1. Purpose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Deliver a working tutorial application that enables the end-to-end safety incident workflow for people working on site:</a:t>
            </a:r>
          </a:p>
          <a:p>
            <a:r>
              <a:rPr sz="1500"/>
              <a:t>Report an incident from a mobile device in under one minute.</a:t>
            </a:r>
          </a:p>
          <a:p>
            <a:r>
              <a:rPr sz="1500"/>
              <a:t>Enable a safety lead to triage the report and issue notifications.</a:t>
            </a:r>
          </a:p>
          <a:p>
            <a:r>
              <a:rPr sz="1500"/>
              <a:t>Track corrective actions through verified completion.</a:t>
            </a:r>
          </a:p>
          <a:p>
            <a:r>
              <a:rPr sz="1500"/>
              <a:t>Close the investigation into a record that supports statutory reporting.</a:t>
            </a:r>
          </a:p>
          <a:p>
            <a:r>
              <a:rPr sz="1500"/>
              <a:t>The application must provide clear outcomes for successful and unsuccessful actions, input validation, protection of sensitive information, responsive desktop and mobile support, realistic tutorial sample data, and au…</a:t>
            </a:r>
          </a:p>
          <a:p>
            <a:r>
              <a:rPr sz="1500"/>
              <a:t>Mobile-first incident submission by on-site workers.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2. Goals and Measurable Outcomes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Proposed measure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Enable rapid incident reporting on site.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reporter can submit the minimum required incident report in under one minute under normal mobile conditions.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Ensure safety leads can act on reports promptly.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safety lead can review, classify, assign, and record notification actions from the incident record.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Provide accountability for corrective actions.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Each corrective action has an owner, status, evidence or completion note where required, and verification outcome before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Produce a defensible closure record.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closed incident retains the required report, triage, notification, investigation, corrective-action, verification, and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Provide a safe and usable tutorial experience.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 application protects sensitive data, validates submissions, is responsive, and communicates both successful and unsu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Support reliable delivery.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Automated tests cover the main report-to-closure workflow and key validation and authorization paths.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3. Actors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&gt; Assumption A-01: The tutorial application will use role-based access and may allow one person to hold multiple roles, subject to authorization policy.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 Business Requirements and User Stories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User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Acceptance criteria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US-01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As a Reporter, I want to create an incident report from a mobile device so that I can notify the organization quickly.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 The report form is usable on mobile, tablet, and desktop screen sizes. 2. The minimum required fields are clearly ide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As a Reporter, I want the application to validate my report before submission so that I can correct missing or invalid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 Required fields are validated before a report is accepted. 2. Validation messages identify the affected field and the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US-03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As a Reporter, I want to review a submitted report that I am authorized to access so that I can confirm what was reporte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 The reporter can view an authorized report and its current lifecycle status. 2. The reporter cannot view restricted 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5. Workflow and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 report may require clarification or a corrective action may be returned for further work. Such events return the relevant work item to an active state while preserving its prior history.</a:t>
            </a:r>
          </a:p>
          <a:p>
            <a:r>
              <a:rPr sz="1800"/>
              <a:t>&gt; Assumption A-02: Incident lifecycle labels, severity categories, notification rules, required closure criteria, and statutory-report fields will be configurable rather than embedded in application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 Traceability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/>
                        <a:t>Requirement / proposal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Traceability note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Mobile experience for anyone working on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mobile-first reporter flow and responsive requirements.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Incident reporting in under one 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G-01 and US-01.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Triage and notification by safety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Safety Lead role, US-04 through US-06.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Corrective actions through verified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Corrective-Action Owner and Verifier roles, US-08 through US-10.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Close investigation into statutory-reporting-supporting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US-11, US-12, closed-record design.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Occupational health, insurance, and payroll outside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explicit out-of-scope boundary and downstream-only treatment.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End-to-end working tutorial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tutorial-data requirements and complete workflow.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Review and update needed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Intake Requirements, paragraph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Drives role-based queues, incident detail, action updates, and clarification functionality.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Technical Requirements (Derived)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&gt; Derived section: No technical requirements document was provided. The following requirements are derived from the intake requirements, project description, selected technology stack, and governed-delivery constraint…</a:t>
            </a:r>
          </a:p>
          <a:p>
            <a:r>
              <a:rPr sz="1500"/>
              <a:t>All entity, field, status, and taxonomy labels must be configurable or derived from approved project artifacts. The names below are logical, review-oriented labels rather than required physical database names.</a:t>
            </a:r>
          </a:p>
          <a:p>
            <a:r>
              <a:rPr sz="1500"/>
              <a:t>Data relationship rules</a:t>
            </a:r>
          </a:p>
          <a:p>
            <a:r>
              <a:rPr sz="1500"/>
              <a:t>An Incident Report may have multiple corrective actions.</a:t>
            </a:r>
          </a:p>
          <a:p>
            <a:r>
              <a:rPr sz="1500"/>
              <a:t>An Incident Report cannot be closed while configured mandatory records or verified actions remain incomplete.</a:t>
            </a:r>
          </a:p>
          <a:p>
            <a:r>
              <a:rPr sz="1500"/>
              <a:t>A Corrective Action cannot become verified without a Verifier decision.</a:t>
            </a:r>
          </a:p>
          <a:p>
            <a:r>
              <a:rPr sz="1500"/>
              <a:t>Audit history must be append-only to application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UX Mockups (Derived)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&gt; Derived section: No UX mockups were provided. The following textual wireframes define a mobile-first, responsive, and WCAG 2.2 AA-compliant baseline for review. Labels and fields remain subject to approved taxonomy…</a:t>
            </a:r>
          </a:p>
          <a:p>
            <a:r>
              <a:rPr sz="1500"/>
              <a:t>Responsive behavior</a:t>
            </a:r>
          </a:p>
          <a:p>
            <a:r>
              <a:rPr sz="1500"/>
              <a:t>Mobile: Single-column layouts; primary action remains visually prominent; lower-priority detail is progressively disclosed; navigation uses an accessible menu or tab pattern appropriate to the platform.</a:t>
            </a:r>
          </a:p>
          <a:p>
            <a:r>
              <a:rPr sz="1500"/>
              <a:t>Tablet: Primary content remains single-column or split into summary and content where readable; forms retain logical tab order.</a:t>
            </a:r>
          </a:p>
          <a:p>
            <a:r>
              <a:rPr sz="1500"/>
              <a:t>Desktop: Queues may use list-and-detail layouts; all capabilities remain available without relying on hover-only controls.</a:t>
            </a:r>
          </a:p>
          <a:p>
            <a:r>
              <a:rPr sz="1500"/>
              <a:t>All breakpoints: Touch targets, text reflow, focus order, headings, labels, status messaging, and error summaries conform to WCAG 2.2 AA.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7. Acceptance and Approval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The proposal is ready for approval when reviewers confirm:</a:t>
            </a:r>
          </a:p>
          <a:p>
            <a:r>
              <a:rPr sz="1500"/>
              <a:t>The defined scope and explicit out-of-scope boundaries are accurate.</a:t>
            </a:r>
          </a:p>
          <a:p>
            <a:r>
              <a:rPr sz="1500"/>
              <a:t>The actor model and role combinations are acceptable.</a:t>
            </a:r>
          </a:p>
          <a:p>
            <a:r>
              <a:rPr sz="1500"/>
              <a:t>The user stories and acceptance criteria cover the intended tutorial workflow.</a:t>
            </a:r>
          </a:p>
          <a:p>
            <a:r>
              <a:rPr sz="1500"/>
              <a:t>Assumptions and open questions have been resolved, accepted, or deferred with an owner.</a:t>
            </a:r>
          </a:p>
          <a:p>
            <a:r>
              <a:rPr sz="1500"/>
              <a:t>The derived technical requirements meet organizational architecture, security, privacy, accessibility, and compliance expectations.</a:t>
            </a:r>
          </a:p>
          <a:p>
            <a:r>
              <a:rPr sz="1500"/>
              <a:t>The derived UX flow provides an acceptable mobile-first and responsive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
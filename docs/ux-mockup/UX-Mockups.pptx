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UX Mockups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Tutorial Safety Incident Reporting</a:t>
            </a:r>
          </a:p>
          <a:p>
            <a:r>
              <a:t>Agentic SDLC Factory · October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7B8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&gt; Derived section: No UX mockups were provided. The following textual wireframes define a mobile-first, responsive, and WCAG 2.2 AA-compliant baseline for review. Labels and fields remain subject to approved taxonomy…</a:t>
            </a:r>
          </a:p>
          <a:p>
            <a:r>
              <a:rPr sz="1500"/>
              <a:t>Responsive behavior</a:t>
            </a:r>
          </a:p>
          <a:p>
            <a:r>
              <a:rPr sz="1500"/>
              <a:t>Mobile: Single-column layouts; primary action remains visually prominent; lower-priority detail is progressively disclosed; navigation uses an accessible menu or tab pattern appropriate to the platform.</a:t>
            </a:r>
          </a:p>
          <a:p>
            <a:r>
              <a:rPr sz="1500"/>
              <a:t>Tablet: Primary content remains single-column or split into summary and content where readable; forms retain logical tab order.</a:t>
            </a:r>
          </a:p>
          <a:p>
            <a:r>
              <a:rPr sz="1500"/>
              <a:t>Desktop: Queues may use list-and-detail layouts; all capabilities remain available without relying on hover-only controls.</a:t>
            </a:r>
          </a:p>
          <a:p>
            <a:r>
              <a:rPr sz="1500"/>
              <a:t>All breakpoints: Touch targets, text reflow, focus order, headings, labels, status messaging, and error summaries conform to WCAG 2.2 AA.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
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Delivery Plan and Backlog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Tutorial Safety Incident Reporting</a:t>
            </a:r>
          </a:p>
          <a:p>
            <a:r>
              <a:t>Agentic SDLC Factory · October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Plan Proposal — Tutorial Safety Incident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Decision requested: Approve this plan to begin architecture, backlog publication, and implementation planning for the Dev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1. Evidence and 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Repository governance clarification: GitHub is identified as the source-code system of record, while Azure DevOps is the work-item and test-management system of record. The empty Azure Repos repository should not be 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2. Outcome and release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A responsive mobile-first tutorial application enabling:</a:t>
            </a:r>
          </a:p>
          <a:p>
            <a:r>
              <a:rPr sz="1500"/>
              <a:t>A site worker to submit an incident report quickly.</a:t>
            </a:r>
          </a:p>
          <a:p>
            <a:r>
              <a:rPr sz="1500"/>
              <a:t>A safety lead to review, triage, and issue notifications.</a:t>
            </a:r>
          </a:p>
          <a:p>
            <a:r>
              <a:rPr sz="1500"/>
              <a:t>Assigned users to manage corrective actions to verified completion.</a:t>
            </a:r>
          </a:p>
          <a:p>
            <a:r>
              <a:rPr sz="1500"/>
              <a:t>A safety lead to complete the investigation and close it into a durable reporting record.</a:t>
            </a:r>
          </a:p>
          <a:p>
            <a:r>
              <a:rPr sz="1500"/>
              <a:t>Clear success and failure feedback, input validation, realistic non-sensitive tutorial data, and automated coverage of the main workflow.</a:t>
            </a:r>
          </a:p>
          <a:p>
            <a:r>
              <a:rPr sz="1500"/>
              <a:t>The following remain downstream or excluded from this release, as stated in the intake: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3. Proposed functional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Goal: Enable a worker to capture and submit an incident from mobile or desktop.</a:t>
            </a:r>
          </a:p>
          <a:p>
            <a:r>
              <a:rPr sz="1500"/>
              <a:t>Stories</a:t>
            </a:r>
          </a:p>
          <a:p>
            <a:r>
              <a:rPr sz="1500"/>
              <a:t>Start a new incident report and enter the information required by the approved report form.</a:t>
            </a:r>
          </a:p>
          <a:p>
            <a:r>
              <a:rPr sz="1500"/>
              <a:t>Validate required and malformed values before submission.</a:t>
            </a:r>
          </a:p>
          <a:p>
            <a:r>
              <a:rPr sz="1500"/>
              <a:t>Save the submitted report with a unique reference and show a clear confirmation or actionable failure message.</a:t>
            </a:r>
          </a:p>
          <a:p>
            <a:r>
              <a:rPr sz="1500"/>
              <a:t>View submitted incident details and the current lifecycle status.</a:t>
            </a:r>
          </a:p>
          <a:p>
            <a:r>
              <a:rPr sz="1500"/>
              <a:t>Acceptance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 Delivery sequence and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Each increment should produce a reviewable pull request in the GitHub repository and linked Azure DevOps work items/tests after factory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5. Architecture and implementation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The Architecture Advisor should produce the detailed solution design, subject to these plan constraints:</a:t>
            </a:r>
          </a:p>
          <a:p>
            <a:r>
              <a:rPr sz="1500"/>
              <a:t>Client: Angular + Ionic in TypeScript, mobile-first and responsive.</a:t>
            </a:r>
          </a:p>
          <a:p>
            <a:r>
              <a:rPr sz="1500"/>
              <a:t>Service: FastAPI, exposing a documented contract derived from approved workflow and data-model decisions.</a:t>
            </a:r>
          </a:p>
          <a:p>
            <a:r>
              <a:rPr sz="1500"/>
              <a:t>Data: PostgreSQL with versioned migrations and referential links among incident, triage, notification, corrective action, verification, investigation, and audit records.</a:t>
            </a:r>
          </a:p>
          <a:p>
            <a:r>
              <a:rPr sz="1500"/>
              <a:t>Configuration: Put all runtime-tunable values—such as service base addresses, notification-provider options, feature controls, retention options, upload constraints, and timeouts—in versioned JSON configuration under…</a:t>
            </a:r>
          </a:p>
          <a:p>
            <a:r>
              <a:rPr sz="1500"/>
              <a:t>Secrets: Use environment variables, managed identity, or an approved secret store. Never commit, display, or log credentials.</a:t>
            </a:r>
          </a:p>
          <a:p>
            <a:r>
              <a:rPr sz="1500"/>
              <a:t>Identity/access: Treat reporter and safety-lead capabilities as distinct authorization requirements. Final roles, authentication provider, and delegated access must be approved before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 Test and quality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Automated tests will cover, at minimum:</a:t>
            </a:r>
          </a:p>
          <a:p>
            <a:r>
              <a:rPr sz="1500"/>
              <a:t>Valid report submission and confirmation.</a:t>
            </a:r>
          </a:p>
          <a:p>
            <a:r>
              <a:rPr sz="1500"/>
              <a:t>Invalid or incomplete report rejection with usable feedback.</a:t>
            </a:r>
          </a:p>
          <a:p>
            <a:r>
              <a:rPr sz="1500"/>
              <a:t>Safety-lead triage and notification recording.</a:t>
            </a:r>
          </a:p>
          <a:p>
            <a:r>
              <a:rPr sz="1500"/>
              <a:t>Corrective-action creation, assignment, completion, and verification.</a:t>
            </a:r>
          </a:p>
          <a:p>
            <a:r>
              <a:rPr sz="1500"/>
              <a:t>Attempted closure with outstanding required actions is blocked.</a:t>
            </a:r>
          </a:p>
          <a:p>
            <a:r>
              <a:rPr sz="1500"/>
              <a:t>Successful investigation closure after preconditions are satisfied.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7. Decisions required before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These items are not specified in the supplied requirements and should be resolved during architecture/backlog refinement:</a:t>
            </a:r>
          </a:p>
          <a:p>
            <a:r>
              <a:rPr sz="1500"/>
              <a:t>Report form definition: Required fields, optional fields, controlled vocabularies, attachment/evidence rules, and whether offline capture is required.</a:t>
            </a:r>
          </a:p>
          <a:p>
            <a:r>
              <a:rPr sz="1500"/>
              <a:t>Rapid-report success measure: The form/flow baseline and usability method for determining that reporting can be completed “in under a minute.”</a:t>
            </a:r>
          </a:p>
          <a:p>
            <a:r>
              <a:rPr sz="1500"/>
              <a:t>Identity and roles: Authentication provider, reporter/safety-lead permissions, assignment permissions, and whether a verifier must be independent from the action owner.</a:t>
            </a:r>
          </a:p>
          <a:p>
            <a:r>
              <a:rPr sz="1500"/>
              <a:t>Triage rules: Severity/priority taxonomy, escalation thresholds, notification recipients, delivery channels, and failure/retry policy.</a:t>
            </a:r>
          </a:p>
          <a:p>
            <a:r>
              <a:rPr sz="1500"/>
              <a:t>Closure policy: Required investigation information, allowable exceptions to action verification, and who may close or reopen a record.</a:t>
            </a:r>
          </a:p>
          <a:p>
            <a:r>
              <a:rPr sz="1500"/>
              <a:t>Statutory-reporting support: Jurisdiction, retention period, required reporting fields, export format, audit expectations, and data residency/compliance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8. Proposed changes after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The factory should:</a:t>
            </a:r>
          </a:p>
          <a:p>
            <a:r>
              <a:rPr sz="1500"/>
              <a:t>Create an Azure DevOps Epic and the five feature groupings above, with linked user stories, acceptance criteria, and test cases.</a:t>
            </a:r>
          </a:p>
          <a:p>
            <a:r>
              <a:rPr sz="1500"/>
              <a:t>Publish the approved intake document and this plan into the documentation location associated with the GitHub documentation system of record.</a:t>
            </a:r>
          </a:p>
          <a:p>
            <a:r>
              <a:rPr sz="1500"/>
              <a:t>Use csdmichael/tutorial-safety-incident-reporting on main as the implementation repository, subject to normal branch and pull-request governance.</a:t>
            </a:r>
          </a:p>
          <a:p>
            <a:r>
              <a:rPr sz="1500"/>
              <a:t>Add the planned application, configuration, documentation, test, and GitHub Actions workflow files through reviewed pull requests.</a:t>
            </a:r>
          </a:p>
          <a:p>
            <a:r>
              <a:rPr sz="1500"/>
              <a:t>Leave the empty Azure Repos repository untouched unless governance explicitly directs consolidation or migration.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Approval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Approve with the stated decision log. The core workflow is sufficiently defined to begin architecture and backlog setup. Implementation should not proceed beyond the foundation and reporting-flow design until the repo…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